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ublic Sans Bold" charset="1" panose="00000000000000000000"/>
      <p:regular r:id="rId20"/>
    </p:embeddedFont>
    <p:embeddedFont>
      <p:font typeface="Playfair Display" charset="1" panose="00000500000000000000"/>
      <p:regular r:id="rId21"/>
    </p:embeddedFont>
    <p:embeddedFont>
      <p:font typeface="Public San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28792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DEEP LEARNING WITH PYTORCH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398841"/>
            <a:ext cx="16408332" cy="401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Emotion Recognition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407" y="8479155"/>
            <a:ext cx="78624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Dikshit Chahal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1321085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AGENDA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44987" y="2443226"/>
            <a:ext cx="7877184" cy="652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Introduction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Probl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em Statement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Datas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et Description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Model Architecture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Training Process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esults &amp; Evaluation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Visualization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Fu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ture Scope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6407" y="2162495"/>
            <a:ext cx="16242893" cy="605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•Emotion recognition interprets human facial expressions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•Used in healthcare, security, HCI, and analytics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•Manual interpretation is inefficient and subjective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•Deep Learning provides automated and accurate solutions</a:t>
            </a:r>
          </a:p>
          <a:p>
            <a:pPr algn="l">
              <a:lnSpc>
                <a:spcPts val="786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43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•Recognize human emotions from facial images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•Classify images into seven emotion categories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•Handle low-resolution and noisy images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•Improve accuracy using deep learning techniques</a:t>
            </a:r>
          </a:p>
          <a:p>
            <a:pPr algn="l">
              <a:lnSpc>
                <a:spcPts val="786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86434" y="3262783"/>
            <a:ext cx="7783180" cy="3823487"/>
          </a:xfrm>
          <a:custGeom>
            <a:avLst/>
            <a:gdLst/>
            <a:ahLst/>
            <a:cxnLst/>
            <a:rect r="r" b="b" t="t" l="l"/>
            <a:pathLst>
              <a:path h="3823487" w="7783180">
                <a:moveTo>
                  <a:pt x="0" y="0"/>
                </a:moveTo>
                <a:lnTo>
                  <a:pt x="7783180" y="0"/>
                </a:lnTo>
                <a:lnTo>
                  <a:pt x="7783180" y="3823487"/>
                </a:lnTo>
                <a:lnTo>
                  <a:pt x="0" y="3823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33389"/>
            <a:ext cx="7877184" cy="574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36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•35,887 grayscale facial images</a:t>
            </a:r>
          </a:p>
          <a:p>
            <a:pPr algn="l">
              <a:lnSpc>
                <a:spcPts val="5549"/>
              </a:lnSpc>
            </a:pPr>
            <a:r>
              <a:rPr lang="en-US" sz="36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•Image size: 48 × 48 pixels</a:t>
            </a:r>
          </a:p>
          <a:p>
            <a:pPr algn="l">
              <a:lnSpc>
                <a:spcPts val="5549"/>
              </a:lnSpc>
            </a:pPr>
            <a:r>
              <a:rPr lang="en-US" sz="36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•Seven emotion classes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•Angry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•Disgust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•Fear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•Happy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•Sad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•Surprise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•Neutral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16407" y="2162495"/>
            <a:ext cx="16242893" cy="52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•Image resizing and normalization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•Random horizontal flipping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•Split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•Improves generalization and reduces overfitting</a:t>
            </a:r>
          </a:p>
          <a:p>
            <a:pPr algn="l">
              <a:lnSpc>
                <a:spcPts val="6695"/>
              </a:lnSpc>
            </a:pPr>
          </a:p>
          <a:p>
            <a:pPr algn="l">
              <a:lnSpc>
                <a:spcPts val="786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87390" y="6710817"/>
            <a:ext cx="13148059" cy="1314806"/>
          </a:xfrm>
          <a:custGeom>
            <a:avLst/>
            <a:gdLst/>
            <a:ahLst/>
            <a:cxnLst/>
            <a:rect r="r" b="b" t="t" l="l"/>
            <a:pathLst>
              <a:path h="1314806" w="13148059">
                <a:moveTo>
                  <a:pt x="0" y="0"/>
                </a:moveTo>
                <a:lnTo>
                  <a:pt x="13148058" y="0"/>
                </a:lnTo>
                <a:lnTo>
                  <a:pt x="13148058" y="1314806"/>
                </a:lnTo>
                <a:lnTo>
                  <a:pt x="0" y="1314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eprocessing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ethodology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43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•Transfer learning approach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•Pretrained ResNet-18 model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•Final layer modified for 7 classes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•Implemented using PyTorch</a:t>
            </a:r>
          </a:p>
          <a:p>
            <a:pPr algn="l">
              <a:lnSpc>
                <a:spcPts val="786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odel Architecture (ResNet-18)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43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•18-layer deep convolutional neural network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•Residual connections reduce vanishing gradient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•Pretrained on ImageNet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•Strong feature extraction capability</a:t>
            </a:r>
          </a:p>
          <a:p>
            <a:pPr algn="l">
              <a:lnSpc>
                <a:spcPts val="786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raining Process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43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•Loss Function: Cross-Entropy Loss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•Optimizer: Adam / SGD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•Training on GPU (if available)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•Validation using test dataset</a:t>
            </a:r>
          </a:p>
          <a:p>
            <a:pPr algn="l">
              <a:lnSpc>
                <a:spcPts val="786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702162" y="5629102"/>
            <a:ext cx="4999233" cy="4493867"/>
          </a:xfrm>
          <a:custGeom>
            <a:avLst/>
            <a:gdLst/>
            <a:ahLst/>
            <a:cxnLst/>
            <a:rect r="r" b="b" t="t" l="l"/>
            <a:pathLst>
              <a:path h="4493867" w="4999233">
                <a:moveTo>
                  <a:pt x="0" y="0"/>
                </a:moveTo>
                <a:lnTo>
                  <a:pt x="4999233" y="0"/>
                </a:lnTo>
                <a:lnTo>
                  <a:pt x="4999233" y="4493867"/>
                </a:lnTo>
                <a:lnTo>
                  <a:pt x="0" y="4493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912934" y="7284447"/>
            <a:ext cx="8683102" cy="792889"/>
          </a:xfrm>
          <a:custGeom>
            <a:avLst/>
            <a:gdLst/>
            <a:ahLst/>
            <a:cxnLst/>
            <a:rect r="r" b="b" t="t" l="l"/>
            <a:pathLst>
              <a:path h="792889" w="8683102">
                <a:moveTo>
                  <a:pt x="0" y="0"/>
                </a:moveTo>
                <a:lnTo>
                  <a:pt x="8683102" y="0"/>
                </a:lnTo>
                <a:lnTo>
                  <a:pt x="8683102" y="792889"/>
                </a:lnTo>
                <a:lnTo>
                  <a:pt x="0" y="792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43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•Model accuracy evaluated on test data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•Confusion matrix for class-wise performance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•Happy and Neutral show higher accuracy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•Some confusion between Fear and Sad</a:t>
            </a:r>
          </a:p>
          <a:p>
            <a:pPr algn="l">
              <a:lnSpc>
                <a:spcPts val="786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esults &amp; Evaluation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048143" y="3093720"/>
            <a:ext cx="11301259" cy="4026074"/>
          </a:xfrm>
          <a:custGeom>
            <a:avLst/>
            <a:gdLst/>
            <a:ahLst/>
            <a:cxnLst/>
            <a:rect r="r" b="b" t="t" l="l"/>
            <a:pathLst>
              <a:path h="4026074" w="11301259">
                <a:moveTo>
                  <a:pt x="0" y="0"/>
                </a:moveTo>
                <a:lnTo>
                  <a:pt x="11301259" y="0"/>
                </a:lnTo>
                <a:lnTo>
                  <a:pt x="11301259" y="4026073"/>
                </a:lnTo>
                <a:lnTo>
                  <a:pt x="0" y="402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48143" y="6721188"/>
            <a:ext cx="11301259" cy="3234243"/>
          </a:xfrm>
          <a:custGeom>
            <a:avLst/>
            <a:gdLst/>
            <a:ahLst/>
            <a:cxnLst/>
            <a:rect r="r" b="b" t="t" l="l"/>
            <a:pathLst>
              <a:path h="3234243" w="11301259">
                <a:moveTo>
                  <a:pt x="0" y="0"/>
                </a:moveTo>
                <a:lnTo>
                  <a:pt x="11301259" y="0"/>
                </a:lnTo>
                <a:lnTo>
                  <a:pt x="11301259" y="3234244"/>
                </a:lnTo>
                <a:lnTo>
                  <a:pt x="0" y="3234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022" r="0" b="-64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407" y="2162495"/>
            <a:ext cx="16242893" cy="18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•Used Streamlit For the display.</a:t>
            </a:r>
          </a:p>
          <a:p>
            <a:pPr algn="l">
              <a:lnSpc>
                <a:spcPts val="786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52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•Deep learning effectively recognizes emotions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•ResNet-18 improves performance with transfer learning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•System is scalable and efficient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•Useful for real-world applications</a:t>
            </a:r>
          </a:p>
          <a:p>
            <a:pPr algn="l">
              <a:lnSpc>
                <a:spcPts val="786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ture Scope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16407" y="2162495"/>
            <a:ext cx="16242893" cy="43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•Use deeper CNN architectures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•Apply facial alignment techniques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•Real-time emotion detection</a:t>
            </a:r>
          </a:p>
          <a:p>
            <a:pPr algn="l">
              <a:lnSpc>
                <a:spcPts val="6695"/>
              </a:lnSpc>
            </a:pPr>
            <a:r>
              <a:rPr lang="en-US" sz="5150" spc="2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•Deploy as a web or mobile application</a:t>
            </a:r>
          </a:p>
          <a:p>
            <a:pPr algn="l">
              <a:lnSpc>
                <a:spcPts val="786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DAG7U_i4bjo</dc:identifier>
  <dcterms:modified xsi:type="dcterms:W3CDTF">2011-08-01T06:04:30Z</dcterms:modified>
  <cp:revision>1</cp:revision>
  <dc:title>Cream Neutral Minimalist New Business Pitch Deck Presentation</dc:title>
</cp:coreProperties>
</file>