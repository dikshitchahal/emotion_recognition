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8" d="100"/>
          <a:sy n="78" d="100"/>
        </p:scale>
        <p:origin x="94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Emotion Recognition Using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Deep Learning</a:t>
            </a:r>
            <a:r>
              <a:rPr lang="en-CA" dirty="0">
                <a:solidFill>
                  <a:schemeClr val="tx1"/>
                </a:solidFill>
              </a:rPr>
              <a:t> With Pytorch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Emotion recognition interprets human facial expressions</a:t>
            </a:r>
          </a:p>
          <a:p>
            <a:r>
              <a:t>Used in healthcare, security, HCI, and analytics</a:t>
            </a:r>
          </a:p>
          <a:p>
            <a:r>
              <a:t>Manual interpretation is inefficient and subjective</a:t>
            </a:r>
          </a:p>
          <a:p>
            <a:r>
              <a:t>Deep Learning provides automated and accurate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Recognize human emotions from facial images</a:t>
            </a:r>
          </a:p>
          <a:p>
            <a:r>
              <a:t>Classify images into seven emotion categories</a:t>
            </a:r>
          </a:p>
          <a:p>
            <a:r>
              <a:t>Handle low-resolution and noisy images</a:t>
            </a:r>
          </a:p>
          <a:p>
            <a:r>
              <a:t>Improve accuracy using deep learning techniques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 (FER2013)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35,887 grayscale facial images</a:t>
            </a:r>
          </a:p>
          <a:p>
            <a:r>
              <a:t>Image size: 48 × 48 pixels</a:t>
            </a:r>
          </a:p>
          <a:p>
            <a:r>
              <a:t>Seven emotion classes</a:t>
            </a:r>
          </a:p>
          <a:p>
            <a:r>
              <a:t>Dataset sourced from Kaggle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Emotion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Angry</a:t>
            </a:r>
          </a:p>
          <a:p>
            <a:r>
              <a:t>Disgust</a:t>
            </a:r>
          </a:p>
          <a:p>
            <a:r>
              <a:t>Fear</a:t>
            </a:r>
          </a:p>
          <a:p>
            <a:r>
              <a:t>Happy</a:t>
            </a:r>
          </a:p>
          <a:p>
            <a:r>
              <a:t>Sad</a:t>
            </a:r>
          </a:p>
          <a:p>
            <a:r>
              <a:t>Surprise</a:t>
            </a:r>
          </a:p>
          <a:p>
            <a:r>
              <a:t>Neutral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&amp;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resizing and normalization</a:t>
            </a:r>
          </a:p>
          <a:p>
            <a:r>
              <a:t>Random horizontal flipping</a:t>
            </a:r>
          </a:p>
          <a:p>
            <a:r>
              <a:t>Random rotation</a:t>
            </a:r>
          </a:p>
          <a:p>
            <a:r>
              <a:t>Improves generalization and reduces overfitting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Transfer learning approach</a:t>
            </a:r>
          </a:p>
          <a:p>
            <a:r>
              <a:t>Pretrained ResNet-18 model</a:t>
            </a:r>
          </a:p>
          <a:p>
            <a:r>
              <a:t>Final layer modified for 7 classes</a:t>
            </a:r>
          </a:p>
          <a:p>
            <a:r>
              <a:t>Implemented using PyTorch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 (ResNet-18)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18-layer deep convolutional neural network</a:t>
            </a:r>
          </a:p>
          <a:p>
            <a:r>
              <a:t>Residual connections reduce vanishing gradient</a:t>
            </a:r>
          </a:p>
          <a:p>
            <a:r>
              <a:t>Pretrained on ImageNet</a:t>
            </a:r>
          </a:p>
          <a:p>
            <a:r>
              <a:t>Strong feature extraction capability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Loss Function: Cross-Entropy Loss</a:t>
            </a:r>
          </a:p>
          <a:p>
            <a:r>
              <a:t>Optimizer: Adam / SGD</a:t>
            </a:r>
          </a:p>
          <a:p>
            <a:r>
              <a:t>Training on GPU (if available)</a:t>
            </a:r>
          </a:p>
          <a:p>
            <a:r>
              <a:t>Validation using test dataset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accuracy evaluated on test data</a:t>
            </a:r>
          </a:p>
          <a:p>
            <a:r>
              <a:t>Confusion matrix for class-wise performance</a:t>
            </a:r>
          </a:p>
          <a:p>
            <a:r>
              <a:t>Happy and Neutral show higher accuracy</a:t>
            </a:r>
          </a:p>
          <a:p>
            <a:r>
              <a:t>Some confusion between Fear and Sad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effectively recognizes emotions</a:t>
            </a:r>
          </a:p>
          <a:p>
            <a:r>
              <a:t>ResNet-18 improves performance with transfer learning</a:t>
            </a:r>
          </a:p>
          <a:p>
            <a:r>
              <a:t>System is scalable and efficient</a:t>
            </a:r>
          </a:p>
          <a:p>
            <a:r>
              <a:t>Useful for real-world applications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deeper CNN architectures</a:t>
            </a:r>
          </a:p>
          <a:p>
            <a:r>
              <a:t>Apply facial alignment techniques</a:t>
            </a:r>
          </a:p>
          <a:p>
            <a:r>
              <a:t>Real-time emotion detection</a:t>
            </a:r>
          </a:p>
          <a:p>
            <a:r>
              <a:t>Deploy as a web or mobile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241</Words>
  <Application>Microsoft Office PowerPoint</Application>
  <PresentationFormat>On-screen Show (4:3)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Emotion Recognition Using Deep Learning</vt:lpstr>
      <vt:lpstr>Introduction</vt:lpstr>
      <vt:lpstr>Problem Statement</vt:lpstr>
      <vt:lpstr>Dataset Description (FER2013)</vt:lpstr>
      <vt:lpstr>Emotion Classes</vt:lpstr>
      <vt:lpstr>Preprocessing &amp; Augmentation</vt:lpstr>
      <vt:lpstr>Methodology</vt:lpstr>
      <vt:lpstr>Model Architecture (ResNet-18)</vt:lpstr>
      <vt:lpstr>Training Process</vt:lpstr>
      <vt:lpstr>Results &amp; Evaluation</vt:lpstr>
      <vt:lpstr>Conclusion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Dikshit Chahal</cp:lastModifiedBy>
  <cp:revision>2</cp:revision>
  <dcterms:created xsi:type="dcterms:W3CDTF">2013-01-27T09:14:16Z</dcterms:created>
  <dcterms:modified xsi:type="dcterms:W3CDTF">2025-12-12T19:02:39Z</dcterms:modified>
  <cp:category/>
</cp:coreProperties>
</file>